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Determinantes ambientales y estructuración espacial en Oribatida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Heriberto Matos (Matrícula: 100457573)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Determinantes Ambientales y Estructuración Espacial de Ácaros Oribátidos en Musgo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Autor:</a:t>
            </a:r>
            <a:r>
              <a:rPr/>
              <a:t> Heriberto Matos</a:t>
            </a:r>
            <a:br/>
            <a:r>
              <a:rPr b="1"/>
              <a:t>Matrícula:</a:t>
            </a:r>
            <a:r>
              <a:rPr/>
              <a:t> 100457573</a:t>
            </a:r>
            <a:br/>
            <a:r>
              <a:rPr/>
              <a:t>Universidad Autónoma de Santo Domingo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Introducción y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Rol Ecológico de Oribatida:</a:t>
            </a:r>
          </a:p>
          <a:p>
            <a:pPr lvl="1"/>
            <a:r>
              <a:rPr/>
              <a:t>Fragmentación de materia orgánica y ciclaje de nutrientes.</a:t>
            </a:r>
          </a:p>
          <a:p>
            <a:pPr lvl="1"/>
            <a:r>
              <a:rPr/>
              <a:t>Estructuración y microporosidad del suelo.</a:t>
            </a:r>
          </a:p>
          <a:p>
            <a:pPr lvl="0"/>
            <a:r>
              <a:rPr b="1"/>
              <a:t>El Problema:</a:t>
            </a:r>
          </a:p>
          <a:p>
            <a:pPr lvl="1"/>
            <a:r>
              <a:rPr/>
              <a:t>La perturbación agrícola altera drásticamente los microhábitats edáficos.</a:t>
            </a:r>
          </a:p>
          <a:p>
            <a:pPr lvl="0"/>
            <a:r>
              <a:rPr b="1"/>
              <a:t>Bioindicadores Clave:</a:t>
            </a:r>
          </a:p>
          <a:p>
            <a:pPr lvl="1"/>
            <a:r>
              <a:rPr/>
              <a:t>Alta sensibilidad a intervenciones antrópicas y ciclos de vida largos.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Preguntas e Hipótesis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Preguntas de Investigación:</a:t>
                </a:r>
              </a:p>
              <a:p>
                <a:pPr lvl="1"/>
                <a:r>
                  <a:rPr/>
                  <a:t>¿Cómo afecta la conversión del bosque nativo a sistemas agrícolas la estructura comunitaria de ácaros Oribatida en microhábitats de musgo?</a:t>
                </a:r>
              </a:p>
              <a:p>
                <a:pPr lvl="1"/>
                <a:r>
                  <a:rPr/>
                  <a:t>¿Existen diferencias significativas en la riqueza (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), diversidad (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  <a:r>
                  <a:rPr/>
                  <a:t>) y equitabilidad (</a:t>
                </a:r>
                <a14:m>
                  <m:oMath xmlns:m="http://schemas.openxmlformats.org/officeDocument/2006/math">
                    <m:r>
                      <m:t>J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  <a:r>
                  <a:rPr/>
                  <a:t>) entre ambos usos del suelo?</a:t>
                </a:r>
              </a:p>
              <a:p>
                <a:pPr lvl="0"/>
                <a:r>
                  <a:rPr b="1"/>
                  <a:t>Hipótesis: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: La perturbación agrícola reduce significativamente la diversidad y equitabilidad de la mesofauna edáfica en comparación con el bosque nativo.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: El uso del suelo no genera variaciones significativas en la estructura comunitaria de los ácaros Oribatida.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Metodología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Área de Estudio y Muestreo:</a:t>
                </a:r>
              </a:p>
              <a:p>
                <a:pPr lvl="1"/>
                <a:r>
                  <a:rPr/>
                  <a:t>Extracción de muestras de musgo en Bosque Nativo y área de Cultivo.</a:t>
                </a:r>
              </a:p>
              <a:p>
                <a:pPr lvl="1"/>
                <a:r>
                  <a:rPr/>
                  <a:t>Extracción de fauna mediante embudos de Berlese-Tullgren.</a:t>
                </a:r>
              </a:p>
              <a:p>
                <a:pPr lvl="0"/>
                <a:r>
                  <a:rPr b="1"/>
                  <a:t>Identificación y Análisis:</a:t>
                </a:r>
              </a:p>
              <a:p>
                <a:pPr lvl="1"/>
                <a:r>
                  <a:rPr/>
                  <a:t>Conteo e identificación a nivel de familia/género o morfoespecie bajo microscopio estereoscópico.</a:t>
                </a:r>
              </a:p>
              <a:p>
                <a:pPr lvl="0"/>
                <a:r>
                  <a:rPr b="1"/>
                  <a:t>Análisis de Datos:</a:t>
                </a:r>
              </a:p>
              <a:p>
                <a:pPr lvl="1"/>
                <a:r>
                  <a:rPr/>
                  <a:t>Cálculo de índices de diversidad (Shannon-Wiener 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Pruebas estadísticas comparativas usando </a:t>
                </a:r>
                <a:r>
                  <a:rPr b="1"/>
                  <a:t>R</a:t>
                </a:r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Resultados: Diversidad Alfa</a:t>
            </a:r>
          </a:p>
        </p:txBody>
      </p:sp>
      <p:pic>
        <p:nvPicPr>
          <p:cNvPr descr="diapositivaacaros_files/figure-pptx/unnamed-chunk-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2300" y="1193800"/>
            <a:ext cx="537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Resultados: Abundancia de Oribátidos</a:t>
            </a:r>
          </a:p>
        </p:txBody>
      </p:sp>
      <p:pic>
        <p:nvPicPr>
          <p:cNvPr descr="diapositivaacaros_files/figure-pptx/unnamed-chunk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92300" y="1193800"/>
            <a:ext cx="537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Discusión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Impacto del uso del suelo: Mayor diversidad en el Bosque Nativo frente al Cultivo por la pérdida de hojarasca y microhábitats (Behan-Pelletier, 1999).</a:t>
            </a:r>
          </a:p>
          <a:p>
            <a:pPr lvl="0" indent="0" marL="0">
              <a:buNone/>
            </a:pPr>
            <a:r>
              <a:rPr/>
              <a:t>Biología y sensibilidad: Los oribátidos son estrategas K (ciclos largos, baja fecundidad), lo que los hace vulnerables a la labranza (Krantz &amp; Walter, 2009).</a:t>
            </a:r>
          </a:p>
          <a:p>
            <a:pPr lvl="0" indent="0" marL="0">
              <a:buNone/>
            </a:pPr>
            <a:r>
              <a:rPr/>
              <a:t>Estabilidad del bosque: El mantillo continuo amortigua el estrés hídrico y asegura alimento, confirmando su rol como bioindicadores de la salud del suelo.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Auditoría Crítica de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Desviación de Plantilla y Enfoque:</a:t>
            </a:r>
          </a:p>
          <a:p>
            <a:pPr lvl="1"/>
            <a:r>
              <a:rPr/>
              <a:t>Se alteró la estructura inicial para forzar un formato genérico de prueba no solicitado.</a:t>
            </a:r>
          </a:p>
          <a:p>
            <a:pPr lvl="0"/>
            <a:r>
              <a:rPr b="1"/>
              <a:t>Bucles por Errores en Bloques de Código:</a:t>
            </a:r>
          </a:p>
          <a:p>
            <a:pPr lvl="1"/>
            <a:r>
              <a:rPr/>
              <a:t>Envío de fragmentos desordenados o mal formateados que generaban errores de compilación consecutivos.</a:t>
            </a:r>
          </a:p>
          <a:p>
            <a:pPr lvl="1"/>
            <a:r>
              <a:rPr/>
              <a:t>Inasistencia en bucle al reiterar la misma solución fallida una y otra vez.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Conclusiones y Recomendaciones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Conclusiones:</a:t>
                </a:r>
              </a:p>
              <a:p>
                <a:pPr lvl="1"/>
                <a:r>
                  <a:rPr/>
                  <a:t>La perturbación agrícola reduce la diversidad (</a:t>
                </a:r>
                <a14:m>
                  <m:oMath xmlns:m="http://schemas.openxmlformats.org/officeDocument/2006/math">
                    <m:r>
                      <m:t>H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  <a:r>
                  <a:rPr/>
                  <a:t>) y equitabilidad (</a:t>
                </a:r>
                <a14:m>
                  <m:oMath xmlns:m="http://schemas.openxmlformats.org/officeDocument/2006/math">
                    <m:r>
                      <m:t>J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  <a:r>
                  <a:rPr/>
                  <a:t>) de la comunidad de ácaros Oribatida.</a:t>
                </a:r>
              </a:p>
              <a:p>
                <a:pPr lvl="1"/>
                <a:r>
                  <a:rPr/>
                  <a:t>La pérdida de hojarasca y la alteración de la porosidad del suelo impactan negativamente a las especies sensibles (estrategas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).</a:t>
                </a:r>
              </a:p>
              <a:p>
                <a:pPr lvl="1"/>
                <a:r>
                  <a:rPr/>
                  <a:t>Los oribátidos demuestran ser bioindicadores eficaces para evaluar la salud funcional del suelo.</a:t>
                </a:r>
              </a:p>
              <a:p>
                <a:pPr lvl="0"/>
                <a:r>
                  <a:rPr b="1"/>
                  <a:t>Recomendaciones:</a:t>
                </a:r>
              </a:p>
              <a:p>
                <a:pPr lvl="1"/>
                <a:r>
                  <a:rPr/>
                  <a:t>Implementar prácticas de labranza mínima o nula para preservar la microestructura edáfica.</a:t>
                </a:r>
              </a:p>
              <a:p>
                <a:pPr lvl="1"/>
                <a:r>
                  <a:rPr/>
                  <a:t>Promover la cobertura vegetal y el aporte de materia orgánica en sistemas agrícolas.</a:t>
                </a:r>
              </a:p>
              <a:p>
                <a:pPr lvl="1"/>
                <a:r>
                  <a:rPr/>
                  <a:t>Ampliar los muestreos estacionales para evaluar la dinámica temporal de la mesofauna.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Aporte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Aporte local: Evidencia la fragilidad de la mesofauna en microhábitats de musgo ante la intensificación agrícola.Sensibilidad estructural: Aunque la riqueza aparente sea similar (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4.8</m:t>
                    </m:r>
                  </m:oMath>
                </a14:m>
                <a:r>
                  <a:rPr/>
                  <a:t>), la diversidad de Shannon y la equitabilidad se degradan de forma perceptible bajo el uso agropecuario.Aplicación: Establece una línea base útil para el monitoreo ambiental rápido en la región.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Referencias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Behan-Pelletier, V. M. (1999). Oribatid mite biodiversity in agricultural soils. </a:t>
            </a:r>
            <a:r>
              <a:rPr i="1"/>
              <a:t>Agriculture, Ecosystems &amp; Environment</a:t>
            </a:r>
            <a:r>
              <a:rPr/>
              <a:t>, 74(1-3), 411-423.</a:t>
            </a:r>
          </a:p>
          <a:p>
            <a:pPr lvl="0"/>
            <a:r>
              <a:rPr/>
              <a:t>Krantz, G. W., &amp; Walter, D. E. (Eds.). (2009). </a:t>
            </a:r>
            <a:r>
              <a:rPr i="1"/>
              <a:t>A Manual of Acarology</a:t>
            </a:r>
            <a:r>
              <a:rPr/>
              <a:t> (3rd ed.). Texas Tech University Press.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Determinantes ambientales y estructuración espacial en Oribatida</dc:title>
  <dc:creator>Heriberto Matos (Matrícula: 100457573)</dc:creator>
  <cp:keywords/>
  <dcterms:created xsi:type="dcterms:W3CDTF">2026-09-08T20:27:50Z</dcterms:created>
  <dcterms:modified xsi:type="dcterms:W3CDTF">2026-09-08T20:27:50Z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ditor_options">
    <vt:lpwstr/>
  </property>
  <property fmtid="{D5CDD505-2E9C-101B-9397-08002B2CF9AE}" pid="3" name="output">
    <vt:lpwstr>powerpoint_presentation</vt:lpwstr>
  </property>
</Properties>
</file>